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latin typeface="微软雅黑"/>
                <a:ea typeface="微软雅黑"/>
              </a:rPr>
              <a:t>10万吨环己烷 · S10 物流分析报告（Mock 数据）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66666"/>
                </a:solidFill>
                <a:latin typeface="微软雅黑"/>
                <a:ea typeface="微软雅黑"/>
              </a:rPr>
              <a:t>生成时间：2026-08-30 10:05    ChemMate V1 UI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latin typeface="微软雅黑"/>
                <a:ea typeface="微软雅黑"/>
              </a:rPr>
              <a:t>一、任务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>
                <a:latin typeface="微软雅黑"/>
                <a:ea typeface="微软雅黑"/>
              </a:rPr>
              <a:t>分析10万吨环己烷模型的S10物流，绘制物流组成图并生成报告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latin typeface="微软雅黑"/>
                <a:ea typeface="微软雅黑"/>
              </a:rPr>
              <a:t>二、股流概况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80999">
                <a:tc>
                  <a:txBody>
                    <a:bodyPr/>
                    <a:lstStyle/>
                    <a:p>
                      <a:r>
                        <a:rPr sz="1600" b="1">
                          <a:latin typeface="微软雅黑"/>
                          <a:ea typeface="微软雅黑"/>
                        </a:rPr>
                        <a:t>属性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微软雅黑"/>
                          <a:ea typeface="微软雅黑"/>
                        </a:rPr>
                        <a:t>数值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微软雅黑"/>
                          <a:ea typeface="微软雅黑"/>
                        </a:rPr>
                        <a:t>单位</a:t>
                      </a:r>
                    </a:p>
                  </a:txBody>
                  <a:tcPr/>
                </a:tc>
              </a:tr>
              <a:tr h="380999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温度 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89.70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℃</a:t>
                      </a:r>
                    </a:p>
                  </a:txBody>
                  <a:tcPr/>
                </a:tc>
              </a:tr>
              <a:tr h="380999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压力 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bar</a:t>
                      </a:r>
                    </a:p>
                  </a:txBody>
                  <a:tcPr/>
                </a:tc>
              </a:tr>
              <a:tr h="380999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汽化分率 Vapor Fraction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-</a:t>
                      </a:r>
                    </a:p>
                  </a:txBody>
                  <a:tcPr/>
                </a:tc>
              </a:tr>
              <a:tr h="380999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质量流量 Mass 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12495.9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kg/h</a:t>
                      </a:r>
                    </a:p>
                  </a:txBody>
                  <a:tcPr/>
                </a:tc>
              </a:tr>
              <a:tr h="381004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摩尔流量 Mole 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155.31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kmol/h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latin typeface="微软雅黑"/>
                <a:ea typeface="微软雅黑"/>
              </a:rPr>
              <a:t>三、质量流量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93192">
                <a:tc>
                  <a:txBody>
                    <a:bodyPr/>
                    <a:lstStyle/>
                    <a:p>
                      <a:r>
                        <a:rPr sz="1600" b="1">
                          <a:latin typeface="微软雅黑"/>
                          <a:ea typeface="微软雅黑"/>
                        </a:rPr>
                        <a:t>组分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微软雅黑"/>
                          <a:ea typeface="微软雅黑"/>
                        </a:rPr>
                        <a:t>数值（kg/h）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氢气 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14.1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苯 C6H6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86.2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环己烷 C6H12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12395.6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合计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12495.9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latin typeface="微软雅黑"/>
                <a:ea typeface="微软雅黑"/>
              </a:rPr>
              <a:t>四、摩尔流量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93192">
                <a:tc>
                  <a:txBody>
                    <a:bodyPr/>
                    <a:lstStyle/>
                    <a:p>
                      <a:r>
                        <a:rPr sz="1600" b="1">
                          <a:latin typeface="微软雅黑"/>
                          <a:ea typeface="微软雅黑"/>
                        </a:rPr>
                        <a:t>组分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微软雅黑"/>
                          <a:ea typeface="微软雅黑"/>
                        </a:rPr>
                        <a:t>数值（kmol/h）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氢气 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6.99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苯 C6H6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1.10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环己烷 C6H12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147.22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合计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155.31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latin typeface="微软雅黑"/>
                <a:ea typeface="微软雅黑"/>
              </a:rPr>
              <a:t>五、摩尔分率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93192">
                <a:tc>
                  <a:txBody>
                    <a:bodyPr/>
                    <a:lstStyle/>
                    <a:p>
                      <a:r>
                        <a:rPr sz="1600" b="1">
                          <a:latin typeface="微软雅黑"/>
                          <a:ea typeface="微软雅黑"/>
                        </a:rPr>
                        <a:t>组分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微软雅黑"/>
                          <a:ea typeface="微软雅黑"/>
                        </a:rPr>
                        <a:t>数值（-）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氢气 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0.0450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苯 C6H6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0.0071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环己烷 C6H12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0.9479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合计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1.0000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