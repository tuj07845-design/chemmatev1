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latin typeface="微软雅黑"/>
                <a:ea typeface="微软雅黑"/>
              </a:rPr>
              <a:t>10万吨环己烷 · S10 物流分析报告（Mock 数据）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66666"/>
                </a:solidFill>
                <a:latin typeface="微软雅黑"/>
                <a:ea typeface="微软雅黑"/>
              </a:rPr>
              <a:t>生成时间：2026-08-30 09:56    ChemMate V1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latin typeface="微软雅黑"/>
                <a:ea typeface="微软雅黑"/>
              </a:rPr>
              <a:t>一、任务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>
                <a:latin typeface="微软雅黑"/>
                <a:ea typeface="微软雅黑"/>
              </a:rPr>
              <a:t>分析10万吨环己烷模型的S10物流，绘制物流组成图并生成报告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latin typeface="微软雅黑"/>
                <a:ea typeface="微软雅黑"/>
              </a:rPr>
              <a:t>二、股流概况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80999"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属性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数值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单位</a:t>
                      </a:r>
                    </a:p>
                  </a:txBody>
                  <a:tcPr/>
                </a:tc>
              </a:tr>
              <a:tr h="380999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温度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89.70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℃</a:t>
                      </a:r>
                    </a:p>
                  </a:txBody>
                  <a:tcPr/>
                </a:tc>
              </a:tr>
              <a:tr h="380999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压力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bar</a:t>
                      </a:r>
                    </a:p>
                  </a:txBody>
                  <a:tcPr/>
                </a:tc>
              </a:tr>
              <a:tr h="380999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汽化分率 Vapor 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-</a:t>
                      </a:r>
                    </a:p>
                  </a:txBody>
                  <a:tcPr/>
                </a:tc>
              </a:tr>
              <a:tr h="380999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质量流量 Mass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12495.9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kg/h</a:t>
                      </a:r>
                    </a:p>
                  </a:txBody>
                  <a:tcPr/>
                </a:tc>
              </a:tr>
              <a:tr h="381004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摩尔流量 Mole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155.31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kmol/h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latin typeface="微软雅黑"/>
                <a:ea typeface="微软雅黑"/>
              </a:rPr>
              <a:t>三、质量流量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93192"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组分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数值（kg/h）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氢气 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14.1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苯 C6H6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86.2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环己烷 C6H12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12395.6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12495.9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latin typeface="微软雅黑"/>
                <a:ea typeface="微软雅黑"/>
              </a:rPr>
              <a:t>四、摩尔流量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93192"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组分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数值（kmol/h）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氢气 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6.99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苯 C6H6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1.10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环己烷 C6H12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147.22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155.31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latin typeface="微软雅黑"/>
                <a:ea typeface="微软雅黑"/>
              </a:rPr>
              <a:t>五、摩尔分率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93192"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组分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数值（-）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氢气 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0.0450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苯 C6H6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0.0071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环己烷 C6H12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0.9479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1.0000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